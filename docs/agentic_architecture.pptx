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_agentic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137160"/>
            <a:ext cx="12006072" cy="681579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_agent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137160"/>
            <a:ext cx="12006072" cy="617086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_asteroid_casca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137160"/>
            <a:ext cx="12006072" cy="681579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